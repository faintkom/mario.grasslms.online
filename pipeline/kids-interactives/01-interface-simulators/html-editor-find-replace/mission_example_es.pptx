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"/>
    <p:sldId id="257" r:id="rId9"/>
    <p:sldId id="258" r:id="rId8"/>
    <p:sldId id="259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Resultados de la Misión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2400E"/>
                </a:solidFill>
              </a:defRPr>
            </a:pPr>
            <a:r>
              <a:t>Misión completada: encontramos hielo de agua bajo el cráter.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Ruta de Vuelo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E293B"/>
                </a:solidFill>
              </a:defRPr>
            </a:pPr>
            <a:r>
              <a:t>Tierra  →  Luna  →  Marte</a:t>
            </a:r>
          </a:p>
        </p:txBody>
      </p:sp>
      <p:pic>
        <p:nvPicPr>
          <p:cNvPr id="20" name="Cohete" descr="Cohe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2860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👨‍🚀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Tripulación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92400E"/>
                </a:solidFill>
              </a:defRPr>
            </a:pPr>
            <a:r>
              <a:t>Nadia Petrova (piloto), Kim Okafor (ingeniera), Sam Ruiz (científico)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47472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Objetivo de la Misión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1E293B"/>
                </a:solidFill>
              </a:defRPr>
            </a:pPr>
            <a:r>
              <a:t>Explorar el planeta Marte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1E293B"/>
                </a:solidFill>
              </a:defRPr>
            </a:pPr>
            <a:r>
              <a:t>y encontrar rastros de agua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