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Resultados de la Misión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92400E"/>
                </a:solidFill>
              </a:defRPr>
            </a:pPr>
            <a:r>
              <a:t>⚠️ Escribe el resultado de la misión aquí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Ruta de Vuelo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E293B"/>
                </a:solidFill>
              </a:defRPr>
            </a:pPr>
            <a:r>
              <a:t>Tierra  →  Luna  →  Marte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39"/>
            <a:ext cx="640080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92400E"/>
                </a:solidFill>
              </a:defRPr>
            </a:pPr>
            <a:r>
              <a:t>⚠️ Inserta la imagen del cohete aquí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👨‍🚀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Tripulación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92400E"/>
                </a:solidFill>
              </a:defRPr>
            </a:pPr>
            <a:r>
              <a:t>⚠️ Escribe los nombres de la tripulación aquí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Objetivo de la Misión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1E293B"/>
                </a:solidFill>
              </a:defRPr>
            </a:pPr>
            <a:r>
              <a:t>Explorar el planeta Marte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1E293B"/>
                </a:solidFill>
              </a:defRPr>
            </a:pPr>
            <a:r>
              <a:t>y encontrar rastros de agua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